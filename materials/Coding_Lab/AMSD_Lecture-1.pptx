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317" r:id="rId3"/>
    <p:sldId id="318" r:id="rId4"/>
    <p:sldId id="319" r:id="rId5"/>
    <p:sldId id="320" r:id="rId6"/>
    <p:sldId id="323" r:id="rId7"/>
    <p:sldId id="321" r:id="rId8"/>
    <p:sldId id="322" r:id="rId9"/>
    <p:sldId id="325" r:id="rId10"/>
    <p:sldId id="326" r:id="rId11"/>
    <p:sldId id="32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A3A4A-780D-53C7-2857-B9858DA8F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A74AA-1A8B-6F0D-536F-89491221C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96ED2-76B1-72F4-42ED-5D1E2B1F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82AC9-D083-39D3-F601-4BD10F94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11A23-5129-5DEA-8406-B13A772D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794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9614-BC3E-2C74-1306-4525DC21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0AF1C-A086-8844-B032-C2FA0FC06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A6B-78F0-BEE4-0424-5B223E9A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B3A50-821D-4D4A-20CE-407FB1E15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4B4D5-3545-8E9B-D2BD-08668B33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6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5533-8430-C616-CC81-79158426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F12D2-12D3-FC41-AC3C-1535C1E5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8EE8B-4C54-197C-A19C-3E1166CD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5426E-3C08-D348-573E-6F93F0760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0F67E72-EC0F-98C3-E2DD-84980A9B8F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8000" y="304800"/>
            <a:ext cx="914400" cy="91440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12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E645-CE1F-F1F0-E90A-18182783D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10612-4167-23C9-0BD9-4DEF2DECA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3139-1C80-220A-1871-F865AA22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0E58-74F4-1134-D724-34CAB67C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363F9-5FAD-5C79-7E6B-1ED4BAFB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14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E6B4-98A7-58CA-DA9C-A0AAD86E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5C50B-1DDD-BF22-3EF9-A790C15E2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E726A-825F-6242-AA17-1E4A66659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72A5A-CE27-E84D-B2DE-B4A9B0104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06C8D-E6E0-BCC8-A80E-FDBB6193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CEA4E-DEB3-DBFF-F1B0-3B498901D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016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E120-D73E-B1F4-28BE-8885AC6D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C18D5-20B2-AD06-BCE6-7C5AD4061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6B0E3-CDC0-A878-756C-4D6458F25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F4075-627D-BD40-FA42-BFC67AA7C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6B342-365E-5343-0308-01C80F6FC2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E700C-C0EB-3153-4C47-36A8DDB0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4F0D8D-7C46-922F-D004-ED633846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90B0E-4914-784D-8913-D3B8A577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A9F18-C24B-3846-34B4-AB1D3A65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E9F5E-64AA-F96A-7F7D-9327D271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2BD57-7E56-3915-2373-ADC5A03F4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1D776-EEC0-9A13-24B4-6DB804B3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4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E8906-688A-D27F-80FC-960D9C86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37562-7507-35CD-01ED-543A4038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E5584-98D6-F899-27D6-801B8DAF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51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C965-B13F-46FD-73F2-2E39AD16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9E7CC-5A63-B73E-F653-3031350F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4235C-E5D0-2502-21F8-F26A19BC0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A56A7-7A6F-C6FF-F562-D903DF4F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BBC0D-63FD-9AC6-9A14-6E892CD2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8A68F-1487-2B21-B378-B0A6D4AE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9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9C3D-FCE4-33C0-3B44-1A336D12D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FA7AC-F028-7AEF-143D-6345C5884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FDC75-0FDE-35D9-0036-F2698016F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3CC7-C8C4-F536-D14E-286F252E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046C4-DA02-F53D-EF7B-55638B99D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E171F-CD9E-EFF2-6902-0A1DF896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20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50AC-286D-6EF8-2C7C-65660D6B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6EDF8-A95B-1962-C8B7-48F129714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68B5B-326E-6E54-0ADE-44B23990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A1EEA-5AAD-468D-F943-DAF125B1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253D1-05A7-A971-A7BB-57AE831C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021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F35037-D681-27AB-7694-44DFEBDC9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4A194-24D7-87C6-0801-BC3261EE6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25666-8A74-535E-A604-BB77F74DD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EAB59-BF0F-9277-219F-B6CF5EF8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85274-F923-BD39-7B19-A5C97D75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447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36963B-CE05-12CB-AAE7-3AB56C633E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10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9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40FA3-66F7-B0C9-DB47-5EEAF33E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D6959-465E-5F67-E034-7D5389E18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B00A9-6193-FC6C-D6E4-1C452BA76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1E7DE-44D2-467E-9689-4160B4ACCA9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AE5C6-C45C-263C-7443-14F7CF40B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CD46D-CB52-DDED-44AC-5C8C9B1D94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27A9E-5A6A-4490-9061-3CEAFF342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43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fyspringboard.onwingspan.com/web/en/app/toc/lex_10648877150323546000_shared/overview" TargetMode="External"/><Relationship Id="rId2" Type="http://schemas.openxmlformats.org/officeDocument/2006/relationships/hyperlink" Target="https://infyspringboard.onwingspan.com/web/en/app/toc/lex_auth_01384329019595161635073_shared/overview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nodejs.org/e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C493FE73-995F-7A79-EF5D-2837355B3914}"/>
              </a:ext>
            </a:extLst>
          </p:cNvPr>
          <p:cNvSpPr txBox="1">
            <a:spLocks/>
          </p:cNvSpPr>
          <p:nvPr/>
        </p:nvSpPr>
        <p:spPr>
          <a:xfrm>
            <a:off x="4841903" y="4871670"/>
            <a:ext cx="7283789" cy="1397246"/>
          </a:xfrm>
          <a:prstGeom prst="rect">
            <a:avLst/>
          </a:prstGeom>
        </p:spPr>
        <p:txBody>
          <a:bodyPr vert="horz" lIns="51435" tIns="25718" rIns="51435" bIns="25718" rtlCol="0">
            <a:normAutofit/>
          </a:bodyPr>
          <a:lstStyle/>
          <a:p>
            <a:pPr algn="r" defTabSz="257175">
              <a:spcBef>
                <a:spcPts val="449"/>
              </a:spcBef>
              <a:defRPr/>
            </a:pPr>
            <a:r>
              <a:rPr lang="en-IN" sz="1500" spc="-1" dirty="0">
                <a:solidFill>
                  <a:srgbClr val="0070C0"/>
                </a:solidFill>
                <a:latin typeface="Calibri"/>
                <a:ea typeface="DejaVu Sans"/>
              </a:rPr>
              <a:t>Prepared by</a:t>
            </a:r>
            <a:endParaRPr lang="en-US" sz="1500" spc="-1" dirty="0">
              <a:solidFill>
                <a:prstClr val="black"/>
              </a:solidFill>
              <a:latin typeface="Arial"/>
            </a:endParaRPr>
          </a:p>
          <a:p>
            <a:pPr algn="r" defTabSz="257175">
              <a:spcBef>
                <a:spcPts val="449"/>
              </a:spcBef>
              <a:defRPr/>
            </a:pPr>
            <a:r>
              <a:rPr lang="en-US" sz="1500" b="1" spc="-1" dirty="0">
                <a:solidFill>
                  <a:prstClr val="black"/>
                </a:solidFill>
                <a:latin typeface="Arial"/>
                <a:ea typeface="DejaVu Sans"/>
              </a:rPr>
              <a:t>Padmasri Rananki</a:t>
            </a:r>
            <a:r>
              <a:rPr lang="en-IN" b="1" spc="-1" dirty="0">
                <a:solidFill>
                  <a:srgbClr val="FF0000"/>
                </a:solidFill>
                <a:latin typeface="Calibri"/>
                <a:ea typeface="DejaVu Sans"/>
              </a:rPr>
              <a:t> </a:t>
            </a:r>
            <a:endParaRPr lang="en-US" spc="-1" dirty="0">
              <a:solidFill>
                <a:prstClr val="black"/>
              </a:solidFill>
              <a:latin typeface="Arial"/>
            </a:endParaRPr>
          </a:p>
          <a:p>
            <a:pPr algn="r" defTabSz="257175">
              <a:spcBef>
                <a:spcPts val="472"/>
              </a:spcBef>
              <a:defRPr/>
            </a:pPr>
            <a:r>
              <a:rPr lang="en-IN" b="1" spc="-1" dirty="0">
                <a:solidFill>
                  <a:srgbClr val="FF0000"/>
                </a:solidFill>
                <a:latin typeface="Calibri"/>
                <a:ea typeface="DejaVu Sans"/>
              </a:rPr>
              <a:t>Assistant Professor, </a:t>
            </a:r>
            <a:endParaRPr lang="en-US" spc="-1" dirty="0">
              <a:solidFill>
                <a:prstClr val="black"/>
              </a:solidFill>
              <a:latin typeface="Arial"/>
            </a:endParaRPr>
          </a:p>
          <a:p>
            <a:pPr algn="r" defTabSz="257175">
              <a:spcBef>
                <a:spcPts val="518"/>
              </a:spcBef>
              <a:defRPr/>
            </a:pPr>
            <a:r>
              <a:rPr lang="en-IN" sz="2400" b="1" spc="-1" dirty="0">
                <a:solidFill>
                  <a:srgbClr val="FF0000"/>
                </a:solidFill>
                <a:latin typeface="Calibri"/>
                <a:ea typeface="DejaVu Sans"/>
              </a:rPr>
              <a:t>ADITYA University</a:t>
            </a:r>
            <a:endParaRPr lang="en-US" sz="1500" spc="-1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68AD7-5779-941A-AC12-1DC3D7845DE8}"/>
              </a:ext>
            </a:extLst>
          </p:cNvPr>
          <p:cNvSpPr/>
          <p:nvPr/>
        </p:nvSpPr>
        <p:spPr>
          <a:xfrm>
            <a:off x="2725632" y="2228671"/>
            <a:ext cx="725070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Advanced MERN Stack Development</a:t>
            </a: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(241CS018)</a:t>
            </a:r>
          </a:p>
          <a:p>
            <a:pPr algn="ctr"/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UNIT-1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6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55D4E-58DB-61B2-D9BA-59262B9F5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61" y="993531"/>
            <a:ext cx="10515600" cy="5240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criteria: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Day to Day evaluation:	25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Internal Lab Test:		25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External Lab Test:		50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Courses to be completed on Infosys Springboard: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 JS:</a:t>
            </a:r>
            <a:r>
              <a:rPr lang="en-US" dirty="0">
                <a:hlinkClick r:id="rId2"/>
              </a:rPr>
              <a:t>TOC - </a:t>
            </a:r>
            <a:r>
              <a:rPr lang="en-US" dirty="0" err="1">
                <a:hlinkClick r:id="rId2"/>
              </a:rPr>
              <a:t>ExpressJS</a:t>
            </a:r>
            <a:r>
              <a:rPr lang="en-US" dirty="0">
                <a:hlinkClick r:id="rId2"/>
              </a:rPr>
              <a:t> Essential Training | Infosys Springboard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JS:</a:t>
            </a:r>
            <a:r>
              <a:rPr lang="en-IN" dirty="0">
                <a:hlinkClick r:id="rId3"/>
              </a:rPr>
              <a:t> TOC - ReactJS | Infosys Springboard</a:t>
            </a:r>
            <a:endParaRPr lang="en-IN" dirty="0"/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Home">
            <a:extLst>
              <a:ext uri="{FF2B5EF4-FFF2-40B4-BE49-F238E27FC236}">
                <a16:creationId xmlns:a16="http://schemas.microsoft.com/office/drawing/2014/main" id="{9FEB8F60-43D8-FE04-2EB1-2165299B3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64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D59A-16FD-D02D-058C-4295BDDF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93540-05A6-A6D8-2D87-4A4994E9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JavaScript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build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web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ongoDB-Database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xpress.js-Backend Framework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eact-Frontend Library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ode.js-Server Runtime for Backend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ome">
            <a:extLst>
              <a:ext uri="{FF2B5EF4-FFF2-40B4-BE49-F238E27FC236}">
                <a16:creationId xmlns:a16="http://schemas.microsoft.com/office/drawing/2014/main" id="{73A0F74A-C279-E416-6551-A2253A0AE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55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19B11-ED73-4B6E-B8C4-D1084635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6C56F-E923-5FA0-69CB-B1A39FC83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15154" cy="4351338"/>
          </a:xfrm>
        </p:spPr>
        <p:txBody>
          <a:bodyPr>
            <a:norm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(Browser)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 request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(Web/App Server)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 response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(Displays result)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0D22D-8823-25DB-9BBF-55EE2B56F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2438" y="1591408"/>
            <a:ext cx="5911362" cy="45855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-Client side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(HTML, JS, CSS, React, Angular)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Server side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(Node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Express JS, java, python, PHP)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MongoDB,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MySQL,PostgreSQL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Home">
            <a:extLst>
              <a:ext uri="{FF2B5EF4-FFF2-40B4-BE49-F238E27FC236}">
                <a16:creationId xmlns:a16="http://schemas.microsoft.com/office/drawing/2014/main" id="{9024730F-16D2-5328-6DA8-12A473AC8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59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046F-D3FF-47B8-543D-22C8332A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Full Stack Works (Simple Flow)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93A04-C48B-4BF4-B125-525BE5A21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(Browser)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 + Express)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(MongoDB)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ome">
            <a:extLst>
              <a:ext uri="{FF2B5EF4-FFF2-40B4-BE49-F238E27FC236}">
                <a16:creationId xmlns:a16="http://schemas.microsoft.com/office/drawing/2014/main" id="{507CFFF6-8A06-282F-2DF2-37E70E3D3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900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F6A6-2F34-72D4-7691-8B7E4CFB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to learn MERN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55564-A19F-919C-E613-2BAE26DDE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530415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skills are required for roles like: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Developer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Developer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(React) Developer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</a:t>
            </a:r>
          </a:p>
          <a:p>
            <a:pPr marL="228600" lvl="2"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Ability to Build Complete Projects Independently</a:t>
            </a:r>
          </a:p>
          <a:p>
            <a:pPr lvl="2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final-year projects</a:t>
            </a:r>
          </a:p>
          <a:p>
            <a:pPr lvl="2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mini projects for resumes</a:t>
            </a:r>
          </a:p>
          <a:p>
            <a:pPr lvl="2" fontAlgn="base"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real products instead of demos</a:t>
            </a:r>
          </a:p>
          <a:p>
            <a:pPr marL="914400" lvl="2" indent="0" fontAlgn="base"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3525" lvl="2" fontAlgn="base">
              <a:spcAft>
                <a:spcPct val="0"/>
              </a:spcAf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Resume &amp; Portfolio Impact</a:t>
            </a:r>
          </a:p>
          <a:p>
            <a:pPr marL="34925" lvl="2" indent="0" fontAlgn="base">
              <a:spcAft>
                <a:spcPct val="0"/>
              </a:spcAft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3525" lvl="2" fontAlgn="base"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 to Advanced Technologies</a:t>
            </a:r>
          </a:p>
          <a:p>
            <a:pPr marL="263525" lvl="2" fontAlgn="base">
              <a:spcAft>
                <a:spcPct val="0"/>
              </a:spcAft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fontAlgn="base"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" lvl="2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7925" lvl="4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ome">
            <a:extLst>
              <a:ext uri="{FF2B5EF4-FFF2-40B4-BE49-F238E27FC236}">
                <a16:creationId xmlns:a16="http://schemas.microsoft.com/office/drawing/2014/main" id="{1BDFDF66-5017-B0D5-874E-A65C3275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246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9BC6-C0A9-7129-CB11-CA7739F1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DDFD6-B8E2-AC3C-F2B2-E6B782DF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38296"/>
          </a:xfrm>
        </p:spPr>
        <p:txBody>
          <a:bodyPr>
            <a:norm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ExpressJS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Routing, HTTP Methods, Middleware.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define a route, Handling Routes, Route Parameters, Query Parameters and URL building.</a:t>
            </a: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accept data, retrieve data and delete a specified resource using http methods.</a:t>
            </a: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show the working of middleware.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Home">
            <a:extLst>
              <a:ext uri="{FF2B5EF4-FFF2-40B4-BE49-F238E27FC236}">
                <a16:creationId xmlns:a16="http://schemas.microsoft.com/office/drawing/2014/main" id="{6ECBA7A6-F757-87B2-0AFC-32DA85D43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238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55AB-78A4-9DAA-3E6A-D59003909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D75E4-1D9C-8678-1732-A5FCE61B3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0"/>
            <a:ext cx="10515600" cy="46834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is a powerful JavaScript		                  ,built on Google Chrome's V8 JavaScript Engine.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JS is invented, it is only used as client-side language.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 code is converted to machine code by using an engine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JS engine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7E012-136E-6F79-589C-EE0950CDA45A}"/>
              </a:ext>
            </a:extLst>
          </p:cNvPr>
          <p:cNvSpPr txBox="1"/>
          <p:nvPr/>
        </p:nvSpPr>
        <p:spPr>
          <a:xfrm>
            <a:off x="5758961" y="1625033"/>
            <a:ext cx="4246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environment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C0583354-707A-998F-631E-F1C5DF046CF6}"/>
              </a:ext>
            </a:extLst>
          </p:cNvPr>
          <p:cNvSpPr/>
          <p:nvPr/>
        </p:nvSpPr>
        <p:spPr>
          <a:xfrm>
            <a:off x="7369419" y="173931"/>
            <a:ext cx="3103685" cy="1451102"/>
          </a:xfrm>
          <a:prstGeom prst="cloud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provide resources for executing the code</a:t>
            </a:r>
          </a:p>
        </p:txBody>
      </p:sp>
      <p:pic>
        <p:nvPicPr>
          <p:cNvPr id="13" name="Picture 2" descr="Home">
            <a:extLst>
              <a:ext uri="{FF2B5EF4-FFF2-40B4-BE49-F238E27FC236}">
                <a16:creationId xmlns:a16="http://schemas.microsoft.com/office/drawing/2014/main" id="{DB2CF0CB-7E08-89F2-A358-DA28242A7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70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2CD2-D123-2601-BC26-81BC286FB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4144"/>
            <a:ext cx="10515600" cy="5608949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browser there is an engine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Internet explorer-Chakra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Chrome-v8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Edge-v8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Firefox-Spider monkey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Node JS environment is built on top of V8 engine.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JS has different modules that makes JS to work with standalone and server side applications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B846C90D-5067-456D-B852-42CE3FF0E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147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74C72-05E4-DA8F-7DD7-CCBCCD5D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518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Node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DC73E-3C17-ADEE-5244-99EB04E58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192"/>
            <a:ext cx="10515600" cy="4913771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Visit the web site: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https://nodejs.org/en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Download and install the latest version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check the installed version: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Open command prompt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type: node -v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C423B8D1-9842-DEBE-7A03-78B5414F3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511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C1EC0-1155-FD31-63FC-962DF5AA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8640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Terminology of Node JS: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216D-6EDC-A2DB-A82F-42B5F9854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13"/>
            <a:ext cx="10515600" cy="4800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JS Modules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host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 Number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Service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</a:p>
        </p:txBody>
      </p:sp>
      <p:pic>
        <p:nvPicPr>
          <p:cNvPr id="4" name="Picture 2" descr="Home">
            <a:extLst>
              <a:ext uri="{FF2B5EF4-FFF2-40B4-BE49-F238E27FC236}">
                <a16:creationId xmlns:a16="http://schemas.microsoft.com/office/drawing/2014/main" id="{9454EE42-1276-87B4-9370-A4ECD9CB9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936" y="0"/>
            <a:ext cx="1874064" cy="6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0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488</Words>
  <Application>Microsoft Office PowerPoint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What is MERN</vt:lpstr>
      <vt:lpstr>Client-Server</vt:lpstr>
      <vt:lpstr>How Full Stack Works (Simple Flow)</vt:lpstr>
      <vt:lpstr>Why to learn MERN</vt:lpstr>
      <vt:lpstr>Unit-1</vt:lpstr>
      <vt:lpstr>Node js</vt:lpstr>
      <vt:lpstr>PowerPoint Presentation</vt:lpstr>
      <vt:lpstr>Installing Node JS</vt:lpstr>
      <vt:lpstr>Basic Terminology of Node JS: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Padmasri Rananki</dc:creator>
  <cp:lastModifiedBy>Padmasri Rananki</cp:lastModifiedBy>
  <cp:revision>19</cp:revision>
  <dcterms:created xsi:type="dcterms:W3CDTF">2025-11-28T05:55:56Z</dcterms:created>
  <dcterms:modified xsi:type="dcterms:W3CDTF">2025-12-04T06:00:33Z</dcterms:modified>
</cp:coreProperties>
</file>